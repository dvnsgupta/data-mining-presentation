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386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841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517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04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610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36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438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180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583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633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5401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427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2464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244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059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4683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AD92F-0952-7A18-E789-9E149C4A7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0E277-89C3-2B28-D567-E843D3348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F76A9-6116-E4E5-D243-A216C086E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76924-BB37-F69A-2806-17E67E8C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E08E0-3A0A-D14B-1CAE-A0B41D481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38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6D76D-5471-4EC2-932A-7A6CAB301187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3224F10-7FC9-45DE-B5DF-4C581FA87C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62840-1A8B-E85D-75CD-C0917DBDE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893257"/>
            <a:ext cx="7766936" cy="1646302"/>
          </a:xfrm>
        </p:spPr>
        <p:txBody>
          <a:bodyPr>
            <a:normAutofit fontScale="90000"/>
          </a:bodyPr>
          <a:lstStyle/>
          <a:p>
            <a:r>
              <a:rPr lang="en-US" dirty="0"/>
              <a:t>Knowledge Discovery in Databases (KDD)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2F8B2-E25C-2F33-560F-873039920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50439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What is KDD and Stages of KDD</a:t>
            </a:r>
          </a:p>
          <a:p>
            <a:r>
              <a:rPr lang="en-US" dirty="0">
                <a:solidFill>
                  <a:schemeClr val="tx1"/>
                </a:solidFill>
              </a:rPr>
              <a:t>Submitted By:-</a:t>
            </a:r>
          </a:p>
          <a:p>
            <a:r>
              <a:rPr lang="en-US" dirty="0">
                <a:solidFill>
                  <a:schemeClr val="tx1"/>
                </a:solidFill>
              </a:rPr>
              <a:t>Devansh Gupta</a:t>
            </a:r>
          </a:p>
          <a:p>
            <a:r>
              <a:rPr lang="en-US" dirty="0">
                <a:solidFill>
                  <a:schemeClr val="tx1"/>
                </a:solidFill>
              </a:rPr>
              <a:t>RA2311003030562</a:t>
            </a:r>
          </a:p>
        </p:txBody>
      </p:sp>
    </p:spTree>
    <p:extLst>
      <p:ext uri="{BB962C8B-B14F-4D97-AF65-F5344CB8AC3E}">
        <p14:creationId xmlns:p14="http://schemas.microsoft.com/office/powerpoint/2010/main" val="3097622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81B4-1077-CF77-BFAD-B51653B1D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and Need of KDD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6A2F8-B834-3910-C798-B988BFD98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Organizations generate massive volumes of data every day.</a:t>
            </a:r>
          </a:p>
          <a:p>
            <a:r>
              <a:rPr lang="en-US"/>
              <a:t>• Raw data alone is not useful for decision-making.</a:t>
            </a:r>
          </a:p>
          <a:p>
            <a:r>
              <a:rPr lang="en-US"/>
              <a:t>• KDD helps in extracting meaningful and valuable knowledge.</a:t>
            </a:r>
          </a:p>
          <a:p>
            <a:r>
              <a:rPr lang="en-US"/>
              <a:t>• It supports data-driven decisions in business, healthcare, and research.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017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373C7-E52A-CAE5-D5A1-10F9E7901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What is KDD?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40BFD-1C19-60F8-CAC3-7F4126791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KDD stands for Knowledge Discovery in Databases.</a:t>
            </a:r>
          </a:p>
          <a:p>
            <a:r>
              <a:rPr lang="en-US"/>
              <a:t>• It is an end-to-end process of discovering useful patterns from large datasets.</a:t>
            </a:r>
          </a:p>
          <a:p>
            <a:r>
              <a:rPr lang="en-US"/>
              <a:t>• KDD combines databases, statistics, machine learning, and AI.</a:t>
            </a:r>
          </a:p>
          <a:p>
            <a:r>
              <a:rPr lang="en-US"/>
              <a:t>• The final output is understandable and actionable knowledge.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426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292A-1717-6C37-A9D3-16E91B63A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and KDD vs Data Mining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99C25-42F5-5FFA-0FBE-C14DE5B6D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KDD is the non-trivial process of identifying valid, novel, useful, and understandable patterns in data.</a:t>
            </a:r>
          </a:p>
          <a:p>
            <a:r>
              <a:rPr lang="en-US"/>
              <a:t>• KDD is the complete process from data selection to knowledge presentation.</a:t>
            </a:r>
          </a:p>
          <a:p>
            <a:r>
              <a:rPr lang="en-US"/>
              <a:t>• Data Mining is only one step inside the KDD process.</a:t>
            </a:r>
          </a:p>
          <a:p>
            <a:r>
              <a:rPr lang="en-US"/>
              <a:t>• All data mining is part of KDD, but KDD is more than data mining.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204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C016C-99B1-73E6-3B06-60CA1E1EA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Stages of KDD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9B3E2-F28C-7C6B-0CC9-9E74C1A01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The KDD process consists of the following stages:</a:t>
            </a:r>
          </a:p>
          <a:p>
            <a:r>
              <a:rPr lang="en-US"/>
              <a:t>  1. Data Selection</a:t>
            </a:r>
          </a:p>
          <a:p>
            <a:r>
              <a:rPr lang="en-US"/>
              <a:t>  2. Data Cleaning</a:t>
            </a:r>
          </a:p>
          <a:p>
            <a:r>
              <a:rPr lang="en-US"/>
              <a:t>  3. Data Transformation</a:t>
            </a:r>
          </a:p>
          <a:p>
            <a:r>
              <a:rPr lang="en-US"/>
              <a:t>  4. Data Mining</a:t>
            </a:r>
          </a:p>
          <a:p>
            <a:r>
              <a:rPr lang="en-US"/>
              <a:t>  5. Pattern Evaluation and Knowledge Presentation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882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D9E4F-814A-7683-EB2E-5648A6BC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Selection and Data Cleaning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9B56D-9CE5-3577-4C59-235A03941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Data Selection involves choosing relevant data from large databases.</a:t>
            </a:r>
          </a:p>
          <a:p>
            <a:r>
              <a:rPr lang="en-US"/>
              <a:t>• Only problem-specific attributes and records are selected.</a:t>
            </a:r>
          </a:p>
          <a:p>
            <a:r>
              <a:rPr lang="en-US"/>
              <a:t>• Data Cleaning removes noise, missing values, and inconsistencies.</a:t>
            </a:r>
          </a:p>
          <a:p>
            <a:r>
              <a:rPr lang="en-US"/>
              <a:t>• These steps improve data quality and reduce processing errors.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684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81144-6B72-4113-99C9-BC210CF4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Transformation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C7ECC-0651-B81A-7AA7-6F0CE3A113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Data is transformed into a suitable format for mining.</a:t>
            </a:r>
          </a:p>
          <a:p>
            <a:r>
              <a:rPr lang="en-US"/>
              <a:t>• Normalization scales numeric data into a fixed range.</a:t>
            </a:r>
          </a:p>
          <a:p>
            <a:r>
              <a:rPr lang="en-US"/>
              <a:t>• Aggregation combines multiple data values.</a:t>
            </a:r>
          </a:p>
          <a:p>
            <a:r>
              <a:rPr lang="en-US"/>
              <a:t>• Encoding converts categorical data into numerical form.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174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B44F0-1EE5-6BCA-70A9-A8C92E640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Mining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9EE22-3F6D-4014-6D1F-4306A9C82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Data Mining is the core step of the KDD process.</a:t>
            </a:r>
          </a:p>
          <a:p>
            <a:r>
              <a:rPr lang="en-US"/>
              <a:t>• It applies algorithms to discover hidden patterns and relationships.</a:t>
            </a:r>
          </a:p>
          <a:p>
            <a:r>
              <a:rPr lang="en-US"/>
              <a:t>• Common techniques include classification, clustering, association, and regression.</a:t>
            </a:r>
          </a:p>
          <a:p>
            <a:r>
              <a:rPr lang="en-US"/>
              <a:t>• The extracted patterns form the basis for knowledge discovery.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000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6149B-EDCA-BF91-E265-AF9338D82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Pattern Evaluation and Knowledge Presentation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39BB3-AAB8-1B53-2D73-460F1A144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Pattern Evaluation identifies meaningful and interesting patterns.</a:t>
            </a:r>
          </a:p>
          <a:p>
            <a:r>
              <a:rPr lang="en-US"/>
              <a:t>• Irrelevant or redundant patterns are eliminated.</a:t>
            </a:r>
          </a:p>
          <a:p>
            <a:r>
              <a:rPr lang="en-US"/>
              <a:t>• Knowledge Presentation displays results using charts, graphs, and reports.</a:t>
            </a:r>
          </a:p>
          <a:p>
            <a:r>
              <a:rPr lang="en-US"/>
              <a:t>• This step helps users easily understand the discovered knowledge.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336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6D92-A9C4-6222-1595-9BFF9C00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Applications, Advantages and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4CB03-D41F-349E-77FD-77418135C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KDD is used in business intelligence, healthcare, fraud detection, and research.</a:t>
            </a:r>
          </a:p>
          <a:p>
            <a:r>
              <a:rPr lang="en-US"/>
              <a:t>• It helps in better decision-making and pattern discovery.</a:t>
            </a:r>
          </a:p>
          <a:p>
            <a:r>
              <a:rPr lang="en-US"/>
              <a:t>• KDD efficiently handles large and complex datasets.</a:t>
            </a:r>
          </a:p>
          <a:p>
            <a:r>
              <a:rPr lang="en-US"/>
              <a:t>• In conclusion, KDD transforms raw data into valuable knowledge.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08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70D7D2-EDBB-CF25-8327-CE7C56D06D40}"/>
              </a:ext>
            </a:extLst>
          </p:cNvPr>
          <p:cNvSpPr/>
          <p:nvPr/>
        </p:nvSpPr>
        <p:spPr>
          <a:xfrm>
            <a:off x="2045110" y="1843950"/>
            <a:ext cx="5776818" cy="31700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00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</a:t>
            </a:r>
            <a:br>
              <a:rPr lang="en-US" sz="100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</a:br>
            <a:r>
              <a:rPr lang="en-US" sz="100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2211792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465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Knowledge Discovery in Databases (KDD)</vt:lpstr>
      <vt:lpstr>Introduction and Need of KDD</vt:lpstr>
      <vt:lpstr>What is KDD?</vt:lpstr>
      <vt:lpstr>Definition and KDD vs Data Mining</vt:lpstr>
      <vt:lpstr>Stages of KDD Process</vt:lpstr>
      <vt:lpstr>Data Selection and Data Cleaning</vt:lpstr>
      <vt:lpstr>Data Transformation</vt:lpstr>
      <vt:lpstr>Data Mining</vt:lpstr>
      <vt:lpstr>Pattern Evaluation and Knowledge Presentation</vt:lpstr>
      <vt:lpstr>Applications, Advantages and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Devansh Gupta</dc:creator>
  <cp:lastModifiedBy>Devansh Gupta</cp:lastModifiedBy>
  <cp:revision>3</cp:revision>
  <dcterms:created xsi:type="dcterms:W3CDTF">2026-01-22T08:27:54Z</dcterms:created>
  <dcterms:modified xsi:type="dcterms:W3CDTF">2026-02-02T08:16:51Z</dcterms:modified>
</cp:coreProperties>
</file>